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9"/>
  </p:notesMasterIdLst>
  <p:handoutMasterIdLst>
    <p:handoutMasterId r:id="rId10"/>
  </p:handout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9" autoAdjust="0"/>
    <p:restoredTop sz="94590" autoAdjust="0"/>
  </p:normalViewPr>
  <p:slideViewPr>
    <p:cSldViewPr>
      <p:cViewPr varScale="1">
        <p:scale>
          <a:sx n="108" d="100"/>
          <a:sy n="108" d="100"/>
        </p:scale>
        <p:origin x="175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Chapitre 21</a:t>
            </a:r>
            <a:endParaRPr lang="fr-FR" altLang="fr-FR" dirty="0"/>
          </a:p>
          <a:p>
            <a:pPr eaLnBrk="1" hangingPunct="1"/>
            <a:r>
              <a:rPr lang="fr-FR" altLang="fr-FR" dirty="0"/>
              <a:t>Threading</a:t>
            </a:r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Multi-thread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threads permettent de programmer en parallèle</a:t>
            </a:r>
          </a:p>
          <a:p>
            <a:r>
              <a:rPr lang="fr-FR" dirty="0"/>
              <a:t>Très utile quand il y a des algorithmes qui utilisent de grosses ressources</a:t>
            </a:r>
          </a:p>
          <a:p>
            <a:r>
              <a:rPr lang="fr-FR" dirty="0"/>
              <a:t>Considérons un programme très lent</a:t>
            </a:r>
          </a:p>
          <a:p>
            <a:pPr lvl="1"/>
            <a:r>
              <a:rPr lang="fr-FR" dirty="0" err="1"/>
              <a:t>time.sleep</a:t>
            </a:r>
            <a:r>
              <a:rPr lang="fr-FR" dirty="0"/>
              <a:t>() effectue une pause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861049"/>
            <a:ext cx="3973964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01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Thread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module Thread permet de programmer en parallèle</a:t>
            </a:r>
          </a:p>
          <a:p>
            <a:pPr lvl="1"/>
            <a:r>
              <a:rPr lang="fr-FR" dirty="0"/>
              <a:t>thread.__</a:t>
            </a:r>
            <a:r>
              <a:rPr lang="fr-FR" dirty="0" err="1"/>
              <a:t>init</a:t>
            </a:r>
            <a:r>
              <a:rPr lang="fr-FR" dirty="0"/>
              <a:t>__ initialise la thread</a:t>
            </a:r>
          </a:p>
          <a:p>
            <a:pPr lvl="1"/>
            <a:r>
              <a:rPr lang="fr-FR" dirty="0" err="1"/>
              <a:t>run</a:t>
            </a:r>
            <a:r>
              <a:rPr lang="fr-FR" dirty="0"/>
              <a:t> démarre la thread</a:t>
            </a:r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3281486"/>
            <a:ext cx="6120680" cy="31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Multi-thread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Thread.start</a:t>
            </a:r>
            <a:r>
              <a:rPr lang="fr-FR" dirty="0"/>
              <a:t>() démarre une thread</a:t>
            </a:r>
          </a:p>
          <a:p>
            <a:r>
              <a:rPr lang="fr-FR" dirty="0" err="1"/>
              <a:t>Thread.join</a:t>
            </a:r>
            <a:r>
              <a:rPr lang="fr-FR" dirty="0"/>
              <a:t>() attends la fin d’une thread()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466206"/>
            <a:ext cx="5087544" cy="297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41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Sémaphore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4104457" cy="5040560"/>
          </a:xfrm>
        </p:spPr>
        <p:txBody>
          <a:bodyPr/>
          <a:lstStyle/>
          <a:p>
            <a:r>
              <a:rPr lang="fr-FR" dirty="0"/>
              <a:t>En cas d’accès concurrent à une ressource un verrou peut être posé pour autoriser une seule thread à accéder à la région concurrente</a:t>
            </a:r>
          </a:p>
          <a:p>
            <a:r>
              <a:rPr lang="fr-FR"/>
              <a:t>Classe RLock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1080782"/>
            <a:ext cx="5688631" cy="676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317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F6A1DD-CFE7-B8BB-6AB0-CE96BAE57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Concurent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A548FC-EDA6-E87B-6755-00C2D9F1E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Import </a:t>
            </a:r>
            <a:r>
              <a:rPr lang="fr-FR" dirty="0" err="1"/>
              <a:t>concurent</a:t>
            </a:r>
            <a:endParaRPr lang="fr-FR" dirty="0"/>
          </a:p>
          <a:p>
            <a:pPr lvl="1"/>
            <a:r>
              <a:rPr lang="fr-FR" dirty="0" err="1"/>
              <a:t>ThreadPoolExecutor</a:t>
            </a:r>
            <a:endParaRPr lang="fr-FR" dirty="0"/>
          </a:p>
          <a:p>
            <a:pPr lvl="1"/>
            <a:r>
              <a:rPr lang="fr-FR"/>
              <a:t>ProcessPoolExecutor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5508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247A8B-A27D-4464-9D62-ED0766F8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Profiling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9AF4F2-9546-41DE-B6AB-F589A35EF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profiling.tracing.Profile</a:t>
            </a:r>
            <a:r>
              <a:rPr lang="fr-FR" dirty="0"/>
              <a:t>() as </a:t>
            </a:r>
            <a:r>
              <a:rPr lang="fr-FR" dirty="0" err="1"/>
              <a:t>pr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# do </a:t>
            </a:r>
            <a:r>
              <a:rPr lang="fr-FR" dirty="0" err="1"/>
              <a:t>something</a:t>
            </a:r>
            <a:endParaRPr lang="fr-FR" dirty="0"/>
          </a:p>
          <a:p>
            <a:pPr lvl="1"/>
            <a:r>
              <a:rPr lang="fr-FR" dirty="0"/>
              <a:t>p</a:t>
            </a:r>
            <a:r>
              <a:rPr lang="fr-FR"/>
              <a:t>r</a:t>
            </a:r>
            <a:r>
              <a:rPr lang="fr-FR" dirty="0" err="1"/>
              <a:t>.print_stats</a:t>
            </a:r>
            <a:r>
              <a:rPr lang="fr-F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7437693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6905</TotalTime>
  <Words>125</Words>
  <Application>Microsoft Office PowerPoint</Application>
  <PresentationFormat>Affichage à l'écran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Monotype Sorts</vt:lpstr>
      <vt:lpstr>Times New Roman</vt:lpstr>
      <vt:lpstr>cvc</vt:lpstr>
      <vt:lpstr>Présentation PowerPoint</vt:lpstr>
      <vt:lpstr>Multi-thread</vt:lpstr>
      <vt:lpstr>Thread</vt:lpstr>
      <vt:lpstr>Multi-thread</vt:lpstr>
      <vt:lpstr>Sémaphore</vt:lpstr>
      <vt:lpstr>Concurent</vt:lpstr>
      <vt:lpstr>Profiling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FP_Prof01</cp:lastModifiedBy>
  <cp:revision>305</cp:revision>
  <dcterms:created xsi:type="dcterms:W3CDTF">2000-04-10T19:33:12Z</dcterms:created>
  <dcterms:modified xsi:type="dcterms:W3CDTF">2026-10-22T08:56:23Z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