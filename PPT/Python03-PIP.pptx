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handoutMasterIdLst>
    <p:handoutMasterId r:id="rId6"/>
  </p:handoutMasterIdLst>
  <p:sldIdLst>
    <p:sldId id="264" r:id="rId2"/>
    <p:sldId id="265" r:id="rId3"/>
    <p:sldId id="266" r:id="rId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590" autoAdjust="0"/>
  </p:normalViewPr>
  <p:slideViewPr>
    <p:cSldViewPr>
      <p:cViewPr varScale="1">
        <p:scale>
          <a:sx n="78" d="100"/>
          <a:sy n="78" d="100"/>
        </p:scale>
        <p:origin x="163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13</a:t>
            </a:r>
          </a:p>
          <a:p>
            <a:pPr eaLnBrk="1" hangingPunct="1"/>
            <a:r>
              <a:rPr lang="fr-FR" altLang="fr-FR" dirty="0"/>
              <a:t>PIP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Gestionnaire de package Python</a:t>
            </a:r>
          </a:p>
          <a:p>
            <a:pPr lvl="1"/>
            <a:r>
              <a:rPr lang="fr-FR" dirty="0"/>
              <a:t>PIP Install Package</a:t>
            </a:r>
          </a:p>
          <a:p>
            <a:r>
              <a:rPr lang="fr-FR" dirty="0"/>
              <a:t>Dépôt de package</a:t>
            </a:r>
          </a:p>
          <a:p>
            <a:pPr lvl="1"/>
            <a:r>
              <a:rPr lang="fr-FR" dirty="0"/>
              <a:t>Python Package Index </a:t>
            </a:r>
            <a:r>
              <a:rPr lang="fr-FR" dirty="0" err="1"/>
              <a:t>PyPI</a:t>
            </a:r>
            <a:endParaRPr lang="fr-FR" dirty="0"/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uninstall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–</a:t>
            </a:r>
            <a:r>
              <a:rPr lang="fr-FR"/>
              <a:t>r requirements.</a:t>
            </a:r>
            <a:r>
              <a:rPr lang="fr-FR" dirty="0"/>
              <a:t>txt</a:t>
            </a:r>
          </a:p>
        </p:txBody>
      </p:sp>
      <p:pic>
        <p:nvPicPr>
          <p:cNvPr id="1026" name="Picture 2" descr="https://upload.wikimedia.org/wikipedia/commons/0/02/Pip_hel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501008"/>
            <a:ext cx="6663191" cy="335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0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Visual Studio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Visual Studio Code</a:t>
            </a:r>
          </a:p>
          <a:p>
            <a:pPr lvl="1"/>
            <a:r>
              <a:rPr lang="fr-FR" dirty="0"/>
              <a:t>Allez dans Affichage -&gt; Terminal intégré</a:t>
            </a:r>
          </a:p>
          <a:p>
            <a:r>
              <a:rPr lang="fr-FR"/>
              <a:t>Visual Studio CE</a:t>
            </a:r>
            <a:endParaRPr lang="fr-FR" dirty="0"/>
          </a:p>
          <a:p>
            <a:pPr lvl="1"/>
            <a:r>
              <a:rPr lang="en-US" dirty="0"/>
              <a:t> </a:t>
            </a:r>
            <a:r>
              <a:rPr lang="en-US" dirty="0" err="1"/>
              <a:t>Outils</a:t>
            </a:r>
            <a:r>
              <a:rPr lang="en-US" dirty="0"/>
              <a:t>-&gt; Python Tools -&gt; Python Environments.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284984"/>
            <a:ext cx="4464496" cy="331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8274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5791</TotalTime>
  <Words>55</Words>
  <Application>Microsoft Office PowerPoint</Application>
  <PresentationFormat>Affichage à l'écran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Monotype Sorts</vt:lpstr>
      <vt:lpstr>Times New Roman</vt:lpstr>
      <vt:lpstr>cvc</vt:lpstr>
      <vt:lpstr>Présentation PowerPoint</vt:lpstr>
      <vt:lpstr>PIP</vt:lpstr>
      <vt:lpstr>Visual Studio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289</cp:revision>
  <dcterms:created xsi:type="dcterms:W3CDTF">2000-04-10T19:33:12Z</dcterms:created>
  <dcterms:modified xsi:type="dcterms:W3CDTF">2026-05-05T08:13:33Z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