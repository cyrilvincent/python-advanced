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64" r:id="rId2"/>
    <p:sldId id="265" r:id="rId3"/>
    <p:sldId id="266" r:id="rId4"/>
    <p:sldId id="267" r:id="rId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Virtual </a:t>
            </a:r>
            <a:r>
              <a:rPr lang="fr-FR" altLang="fr-FR" dirty="0" err="1"/>
              <a:t>Environment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venv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dirty="0"/>
              <a:t>Permet d'avoir une installation dédiée au projet</a:t>
            </a:r>
          </a:p>
          <a:p>
            <a:pPr eaLnBrk="1" hangingPunct="1">
              <a:lnSpc>
                <a:spcPct val="90000"/>
              </a:lnSpc>
            </a:pPr>
            <a:r>
              <a:rPr lang="fr-FR" dirty="0"/>
              <a:t>Souvent dans un répertoire .</a:t>
            </a:r>
            <a:r>
              <a:rPr lang="fr-FR" dirty="0" err="1"/>
              <a:t>venv</a:t>
            </a:r>
            <a:endParaRPr lang="fr-FR" dirty="0"/>
          </a:p>
          <a:p>
            <a:pPr eaLnBrk="1" hangingPunct="1">
              <a:lnSpc>
                <a:spcPct val="90000"/>
              </a:lnSpc>
            </a:pPr>
            <a:r>
              <a:rPr lang="fr-FR" dirty="0"/>
              <a:t>Disponible dans le package </a:t>
            </a:r>
            <a:r>
              <a:rPr lang="fr-FR" dirty="0" err="1"/>
              <a:t>venv</a:t>
            </a:r>
            <a:r>
              <a:rPr lang="fr-FR" dirty="0"/>
              <a:t> livré nativement</a:t>
            </a:r>
          </a:p>
          <a:p>
            <a:pPr eaLnBrk="1" hangingPunct="1">
              <a:lnSpc>
                <a:spcPct val="90000"/>
              </a:lnSpc>
            </a:pPr>
            <a:r>
              <a:rPr lang="fr-FR" dirty="0"/>
              <a:t>Automatique dans </a:t>
            </a:r>
            <a:r>
              <a:rPr lang="fr-FR" dirty="0" err="1"/>
              <a:t>Pycharm</a:t>
            </a:r>
            <a:endParaRPr lang="fr-FR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fr-FR" dirty="0"/>
          </a:p>
          <a:p>
            <a:pPr eaLnBrk="1" hangingPunct="1">
              <a:lnSpc>
                <a:spcPct val="9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00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E7D5B2-AF30-CA91-AE7C-606BEFC37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Création de </a:t>
            </a:r>
            <a:r>
              <a:rPr lang="fr-FR" dirty="0" err="1"/>
              <a:t>venv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2E987E-4379-24C9-6F67-BCA20A92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Eventuellement mettre à jour la variable d'environnement </a:t>
            </a:r>
            <a:r>
              <a:rPr lang="fr-FR" dirty="0" err="1"/>
              <a:t>path</a:t>
            </a:r>
            <a:r>
              <a:rPr lang="fr-FR" dirty="0"/>
              <a:t> avec Python</a:t>
            </a:r>
          </a:p>
          <a:p>
            <a:r>
              <a:rPr lang="fr-FR" dirty="0"/>
              <a:t>Créer un répertoire </a:t>
            </a:r>
            <a:r>
              <a:rPr lang="fr-FR" dirty="0" err="1"/>
              <a:t>venv</a:t>
            </a:r>
            <a:endParaRPr lang="fr-FR" dirty="0"/>
          </a:p>
          <a:p>
            <a:r>
              <a:rPr lang="fr-FR" dirty="0"/>
              <a:t>python –m </a:t>
            </a:r>
            <a:r>
              <a:rPr lang="fr-FR" dirty="0" err="1"/>
              <a:t>venv</a:t>
            </a:r>
            <a:r>
              <a:rPr lang="fr-FR" dirty="0"/>
              <a:t> .</a:t>
            </a:r>
            <a:r>
              <a:rPr lang="fr-FR" dirty="0" err="1"/>
              <a:t>venv</a:t>
            </a:r>
            <a:endParaRPr lang="fr-FR" dirty="0"/>
          </a:p>
          <a:p>
            <a:pPr lvl="1"/>
            <a:r>
              <a:rPr lang="fr-FR" dirty="0"/>
              <a:t>La commande Python –m permet d'appeler directement un exécutable Python</a:t>
            </a:r>
          </a:p>
          <a:p>
            <a:endParaRPr lang="fr-FR" dirty="0"/>
          </a:p>
          <a:p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41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AC10FE-269B-3809-4DCD-EC8CEDF81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7D7AF2-98BE-0666-E113-799622297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Linux : source .</a:t>
            </a:r>
            <a:r>
              <a:rPr lang="fr-FR" dirty="0" err="1"/>
              <a:t>venv</a:t>
            </a:r>
            <a:r>
              <a:rPr lang="fr-FR" dirty="0"/>
              <a:t>/bin/</a:t>
            </a:r>
            <a:r>
              <a:rPr lang="fr-FR" dirty="0" err="1"/>
              <a:t>activate</a:t>
            </a:r>
            <a:endParaRPr lang="fr-FR" dirty="0"/>
          </a:p>
          <a:p>
            <a:r>
              <a:rPr lang="fr-FR" dirty="0"/>
              <a:t>Windows : .</a:t>
            </a:r>
            <a:r>
              <a:rPr lang="fr-FR" dirty="0" err="1"/>
              <a:t>venv</a:t>
            </a:r>
            <a:r>
              <a:rPr lang="fr-FR" dirty="0"/>
              <a:t>/bin/activate.bat</a:t>
            </a:r>
          </a:p>
          <a:p>
            <a:r>
              <a:rPr lang="fr-FR" dirty="0"/>
              <a:t>Le prompt doit être préfixe par le </a:t>
            </a:r>
            <a:r>
              <a:rPr lang="fr-FR" dirty="0" err="1"/>
              <a:t>venv</a:t>
            </a:r>
            <a:endParaRPr lang="fr-FR" dirty="0"/>
          </a:p>
          <a:p>
            <a:r>
              <a:rPr lang="fr-FR" dirty="0" err="1"/>
              <a:t>deactivate</a:t>
            </a:r>
            <a:r>
              <a:rPr lang="fr-FR" dirty="0"/>
              <a:t> pour revenir au python par défaut</a:t>
            </a:r>
          </a:p>
        </p:txBody>
      </p:sp>
    </p:spTree>
    <p:extLst>
      <p:ext uri="{BB962C8B-B14F-4D97-AF65-F5344CB8AC3E}">
        <p14:creationId xmlns:p14="http://schemas.microsoft.com/office/powerpoint/2010/main" val="1668176523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4680</TotalTime>
  <Words>95</Words>
  <Application>Microsoft Office PowerPoint</Application>
  <PresentationFormat>Affichage à l'écran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Monotype Sorts</vt:lpstr>
      <vt:lpstr>Times New Roman</vt:lpstr>
      <vt:lpstr>cvc</vt:lpstr>
      <vt:lpstr>Présentation PowerPoint</vt:lpstr>
      <vt:lpstr>venv</vt:lpstr>
      <vt:lpstr>Création de venv</vt:lpstr>
      <vt:lpstr>Activation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264</cp:revision>
  <dcterms:created xsi:type="dcterms:W3CDTF">2000-04-10T19:33:12Z</dcterms:created>
  <dcterms:modified xsi:type="dcterms:W3CDTF">2026-10-19T15:40:45Z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